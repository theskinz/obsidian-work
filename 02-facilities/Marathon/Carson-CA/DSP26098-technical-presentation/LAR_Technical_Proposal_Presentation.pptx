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in several Brinell grades (200, 400, 600 BHN),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 the next slide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but it matters in California.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Marathon's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Both decokes were completed on schedule and safely, and Marathon Detroit re-engaged us two years later for the same coker.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17).
- "What if duration overruns?" Lump sum per occurrence. Pricing excludes additional fouling, unknown repairs and stoppages outside our control; those, plus stand-by not caused by USA DeBusk, are billed T&amp;M at the proposal rates.
- "Local presence?" Slide 18, per RFI GD-1.
- "CARB registration?" Slide 14: every TriMax carries statewide PERP registration.
- "Filtration?" Available at $150/hr per the rate sheet.
- "Pump curves / pressure capability?" Appendix slide 27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22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Series operation is how the pump runs for pigging (higher pressure, lower flow). Normal pigging runs 150 to 300 psi. The curve tops out at 600 psi; in practice we see 500 to 550 at the pig because of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 at the proposal rate</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LAR</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Completed on schedule and safely on both occasions; Marathon Detroit re-engaged USA DeBusk for the same coker.</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 operation is used for pigging.</a:t>
            </a:r>
            <a:endParaRPr lang="en-US" sz="1500" dirty="0"/>
          </a:p>
        </p:txBody>
      </p:sp>
      <p:sp>
        <p:nvSpPr>
          <p:cNvPr id="6" name="Shape 4"/>
          <p:cNvSpPr/>
          <p:nvPr/>
        </p:nvSpPr>
        <p:spPr>
          <a:xfrm>
            <a:off x="502920" y="1920240"/>
            <a:ext cx="6616900" cy="416052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curve.png">    </p:cNvPr>
          <p:cNvPicPr>
            <a:picLocks noChangeAspect="1"/>
          </p:cNvPicPr>
          <p:nvPr/>
        </p:nvPicPr>
        <p:blipFill>
          <a:blip r:embed="rId1"/>
          <a:stretch>
            <a:fillRect/>
          </a:stretch>
        </p:blipFill>
        <p:spPr>
          <a:xfrm>
            <a:off x="548640" y="1965960"/>
            <a:ext cx="6525460" cy="4069080"/>
          </a:xfrm>
          <a:prstGeom prst="rect">
            <a:avLst/>
          </a:prstGeom>
        </p:spPr>
      </p:pic>
      <p:sp>
        <p:nvSpPr>
          <p:cNvPr id="8" name="Text 5"/>
          <p:cNvSpPr txBox="1"/>
          <p:nvPr/>
        </p:nvSpPr>
        <p:spPr>
          <a:xfrm>
            <a:off x="548640" y="6126480"/>
            <a:ext cx="652546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curves: Waterous Company, form F-2692</a:t>
            </a:r>
            <a:endParaRPr lang="en-US" sz="950" dirty="0"/>
          </a:p>
        </p:txBody>
      </p:sp>
      <p:sp>
        <p:nvSpPr>
          <p:cNvPr id="9" name="Shape 6"/>
          <p:cNvSpPr/>
          <p:nvPr/>
        </p:nvSpPr>
        <p:spPr>
          <a:xfrm>
            <a:off x="7818120" y="1965960"/>
            <a:ext cx="3822192" cy="1188720"/>
          </a:xfrm>
          <a:prstGeom prst="rect">
            <a:avLst/>
          </a:prstGeom>
          <a:solidFill>
            <a:srgbClr val="1E1E1E"/>
          </a:solidFill>
          <a:ln w="12700">
            <a:solidFill>
              <a:srgbClr val="1E1E1E"/>
            </a:solidFill>
            <a:prstDash val="solid"/>
          </a:ln>
        </p:spPr>
      </p:sp>
      <p:sp>
        <p:nvSpPr>
          <p:cNvPr id="10" name="Text 7"/>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1" name="Text 8"/>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2" name="Shape 9"/>
          <p:cNvSpPr/>
          <p:nvPr/>
        </p:nvSpPr>
        <p:spPr>
          <a:xfrm>
            <a:off x="7818120" y="3337560"/>
            <a:ext cx="3822192" cy="1188720"/>
          </a:xfrm>
          <a:prstGeom prst="rect">
            <a:avLst/>
          </a:prstGeom>
          <a:solidFill>
            <a:srgbClr val="F4F4F4"/>
          </a:solidFill>
          <a:ln w="12700">
            <a:solidFill>
              <a:srgbClr val="F4F4F4"/>
            </a:solidFill>
            <a:prstDash val="solid"/>
          </a:ln>
        </p:spPr>
      </p:sp>
      <p:sp>
        <p:nvSpPr>
          <p:cNvPr id="13" name="Text 10"/>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4" name="Text 11"/>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5" name="Shape 12"/>
          <p:cNvSpPr/>
          <p:nvPr/>
        </p:nvSpPr>
        <p:spPr>
          <a:xfrm>
            <a:off x="7818120" y="4709160"/>
            <a:ext cx="3822192" cy="1188720"/>
          </a:xfrm>
          <a:prstGeom prst="rect">
            <a:avLst/>
          </a:prstGeom>
          <a:solidFill>
            <a:srgbClr val="F4F4F4"/>
          </a:solidFill>
          <a:ln w="12700">
            <a:solidFill>
              <a:srgbClr val="F4F4F4"/>
            </a:solidFill>
            <a:prstDash val="solid"/>
          </a:ln>
        </p:spPr>
      </p:sp>
      <p:sp>
        <p:nvSpPr>
          <p:cNvPr id="16" name="Text 13"/>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17" name="Text 14"/>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18" name="Text 15"/>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6"/>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2026-09-24T01:17:28Z</dcterms:created>
  <dcterms:modified xsi:type="dcterms:W3CDTF">2026-09-24T01:17:28Z</dcterms:modified>
</cp:coreProperties>
</file>