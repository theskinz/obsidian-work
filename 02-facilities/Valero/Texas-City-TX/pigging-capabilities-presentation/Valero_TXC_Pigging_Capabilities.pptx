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4 staged at a refinery, the same equipment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trimax.jpg">    </p:cNvPr>
          <p:cNvPicPr>
            <a:picLocks noChangeAspect="1"/>
          </p:cNvPicPr>
          <p:nvPr/>
        </p:nvPicPr>
        <p:blipFill>
          <a:blip r:embed="rId1"/>
          <a:stretch>
            <a:fillRect/>
          </a:stretch>
        </p:blipFill>
        <p:spPr>
          <a:xfrm>
            <a:off x="4572000" y="0"/>
            <a:ext cx="7619695" cy="6858000"/>
          </a:xfrm>
          <a:prstGeom prst="rect">
            <a:avLst/>
          </a:prstGeom>
        </p:spPr>
      </p:pic>
      <p:sp>
        <p:nvSpPr>
          <p:cNvPr id="3" name="Shape 0"/>
          <p:cNvSpPr/>
          <p:nvPr/>
        </p:nvSpPr>
        <p:spPr>
          <a:xfrm>
            <a:off x="640080" y="1920240"/>
            <a:ext cx="822960" cy="64008"/>
          </a:xfrm>
          <a:prstGeom prst="rect">
            <a:avLst/>
          </a:prstGeom>
          <a:solidFill>
            <a:srgbClr val="FCC30A"/>
          </a:solidFill>
          <a:ln w="12700">
            <a:solidFill>
              <a:srgbClr val="FCC30A"/>
            </a:solidFill>
            <a:prstDash val="solid"/>
          </a:ln>
        </p:spPr>
      </p:sp>
      <p:pic>
        <p:nvPicPr>
          <p:cNvPr id="4"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594360"/>
            <a:ext cx="3108960" cy="465883"/>
          </a:xfrm>
          <a:prstGeom prst="rect">
            <a:avLst/>
          </a:prstGeom>
        </p:spPr>
      </p:pic>
      <p:sp>
        <p:nvSpPr>
          <p:cNvPr id="5" name="Text 1"/>
          <p:cNvSpPr txBox="1"/>
          <p:nvPr/>
        </p:nvSpPr>
        <p:spPr>
          <a:xfrm>
            <a:off x="640080" y="2148840"/>
            <a:ext cx="3840480" cy="19202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Heater Pigging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&amp; Decoking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Services</a:t>
            </a:r>
            <a:endParaRPr lang="en-US" sz="3800" dirty="0"/>
          </a:p>
        </p:txBody>
      </p:sp>
      <p:sp>
        <p:nvSpPr>
          <p:cNvPr id="6" name="Text 2"/>
          <p:cNvSpPr txBox="1"/>
          <p:nvPr/>
        </p:nvSpPr>
        <p:spPr>
          <a:xfrm>
            <a:off x="640080" y="4114800"/>
            <a:ext cx="3840480" cy="41148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
        <p:nvSpPr>
          <p:cNvPr id="7" name="Text 3"/>
          <p:cNvSpPr txBox="1"/>
          <p:nvPr/>
        </p:nvSpPr>
        <p:spPr>
          <a:xfrm>
            <a:off x="640080" y="4526280"/>
            <a:ext cx="3840480" cy="548640"/>
          </a:xfrm>
          <a:prstGeom prst="rect">
            <a:avLst/>
          </a:prstGeom>
          <a:noFill/>
          <a:ln/>
        </p:spPr>
        <p:txBody>
          <a:bodyPr wrap="square" lIns="0" tIns="0" rIns="0" bIns="0" rtlCol="0" anchor="t"/>
          <a:lstStyle/>
          <a:p>
            <a:pPr indent="0" marL="0">
              <a:buNone/>
            </a:pPr>
            <a:r>
              <a:rPr lang="en-US" sz="1400" dirty="0">
                <a:solidFill>
                  <a:srgbClr val="BDBDBD"/>
                </a:solidFill>
                <a:latin typeface="Arial" pitchFamily="34" charset="0"/>
                <a:ea typeface="Arial" pitchFamily="34" charset="-122"/>
                <a:cs typeface="Arial" pitchFamily="34" charset="-120"/>
              </a:rPr>
              <a:t>Mechanical pigging &amp; decoking for fired heaters</a:t>
            </a:r>
            <a:endParaRPr lang="en-US" sz="1400" dirty="0"/>
          </a:p>
        </p:txBody>
      </p:sp>
      <p:sp>
        <p:nvSpPr>
          <p:cNvPr id="8" name="Text 4"/>
          <p:cNvSpPr txBox="1"/>
          <p:nvPr/>
        </p:nvSpPr>
        <p:spPr>
          <a:xfrm>
            <a:off x="640080" y="5349240"/>
            <a:ext cx="384048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Jason Harman</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Commercial Manager</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sets the pig set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Largest standardized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Widest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in triple mode,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mid-job TriMax swap rigged in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Close by</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2026-10-14T03:07:11Z</dcterms:created>
  <dcterms:modified xsi:type="dcterms:W3CDTF">2026-10-14T03:07:11Z</dcterms:modified>
</cp:coreProperties>
</file>